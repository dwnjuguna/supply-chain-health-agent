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123C"/>
          </a:solidFill>
          <a:ln w="12700">
            <a:solidFill>
              <a:srgbClr val="161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HEALTH AGENT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end-to-end supply chain diagnostics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 SDK  ·  MCP Server  ·  Browser-based  ·  No login required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1508760" cy="13898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23160"/>
            <a:ext cx="1508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110057"/>
            <a:ext cx="1508760" cy="5281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8256" y="2331720"/>
            <a:ext cx="1508760" cy="13898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48256" y="2423160"/>
            <a:ext cx="1508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48256" y="3110057"/>
            <a:ext cx="1508760" cy="5281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0752" y="2331720"/>
            <a:ext cx="1508760" cy="13898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0752" y="2423160"/>
            <a:ext cx="1508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30752" y="3110057"/>
            <a:ext cx="1508760" cy="5281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13248" y="2331720"/>
            <a:ext cx="1508760" cy="1389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13248" y="2423160"/>
            <a:ext cx="1508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13248" y="3110057"/>
            <a:ext cx="1508760" cy="5281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95744" y="2331720"/>
            <a:ext cx="1508760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95744" y="2423160"/>
            <a:ext cx="1508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95744" y="3110057"/>
            <a:ext cx="1508760" cy="5281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supply-chain-health-agent.streamlit.app  ·  github.com/dwnjuguna/Supply-Chain-Health-Agent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failures are costing enterprises more than ever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underperformance costs enterprises $100M–$300M annually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01952" cy="17830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1901952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$182M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050085"/>
            <a:ext cx="1901952" cy="677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loss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from disruptions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(McKinsey, 2024)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1051560"/>
            <a:ext cx="1901952" cy="1783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42032" y="1143000"/>
            <a:ext cx="1901952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42032" y="2050085"/>
            <a:ext cx="1901952" cy="677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for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consulting-led supply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diagnostic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6864" y="1051560"/>
            <a:ext cx="1901952" cy="1783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1143000"/>
            <a:ext cx="1901952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26864" y="2050085"/>
            <a:ext cx="1901952" cy="677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consulting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full-scope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assessment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11696" y="1051560"/>
            <a:ext cx="1901952" cy="17830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11696" y="1143000"/>
            <a:ext cx="1901952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11696" y="2050085"/>
            <a:ext cx="1901952" cy="677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executives say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is their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concern (Gartner)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99232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25880"/>
                <a:gridCol w="13258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Avg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~$12M/yr in penalties &amp; premium freight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~$40M trapped per $200M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 excess safety stock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~$18M lost output per $100M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2999232"/>
            <a:ext cx="8229600" cy="402336"/>
          </a:xfrm>
          <a:prstGeom prst="rect">
            <a:avLst/>
          </a:prstGeom>
          <a:solidFill>
            <a:srgbClr val="1E1A4E"/>
          </a:solidFill>
          <a:ln w="12700">
            <a:solidFill>
              <a:srgbClr val="1E1A4E"/>
            </a:solidFill>
            <a:prstDash val="solid"/>
          </a:ln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99232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25880"/>
                <a:gridCol w="13258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Avg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vs 12 weeks — the same insight at a fraction of the cost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188720"/>
                <a:gridCol w="14630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Insight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 / Big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$150K–$500K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 Membership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$25K–$60K/yr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$30K–$80K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ASCM Free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Health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for 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seconds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how it works, and what makes it agentic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capabilities — diagnostics, intelligence, and autonomous action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63347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612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Diagnostics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8 domains 0–100 vs 2026 Gartner and SCOR benchmarks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05156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1051560"/>
            <a:ext cx="263347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612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Intelligence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01568" y="152704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searches freight rates, regulatory updates, geopolitical risks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71616" y="105156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71616" y="1051560"/>
            <a:ext cx="26334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1612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Action Pack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08776" y="152704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board summary, 90-day plan and risk watch list —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263347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2724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Q&amp;A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4930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answers reference your specific scores — not generic advice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301752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3017520"/>
            <a:ext cx="263347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12724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Export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01568" y="34930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report with scores, narrative, recommendations — board-ready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301752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3017520"/>
            <a:ext cx="263347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12724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Risk Alerts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08776" y="34930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monitoring via Claude + web search, delivered to Slack and email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Claude works autonomously, without waiting to be asked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840480"/>
          </a:xfrm>
          <a:prstGeom prst="rect">
            <a:avLst/>
          </a:prstGeom>
          <a:solidFill>
            <a:srgbClr val="E1F5EE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fetches freight rates, regulations, geopolitical risks during every assessment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Action Pack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board summary, 90-day plan and risk watch list, generated without any prompt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parallel search surfaces the 5 most critical developments for your vertical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Q&amp;A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follow-up questions trigger web searches for current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840480"/>
          </a:xfrm>
          <a:prstGeom prst="rect">
            <a:avLst/>
          </a:prstGeom>
          <a:solidFill>
            <a:srgbClr val="FFF8E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BUILT &amp; READY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Memory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SQLite engine tracks org profiles, scores and KPI trends over time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Alerts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Claude monitors supply chain news and flags risks before you ask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+ Email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push assessments, action plans and alerts to channels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 tickets from the 90-day action plan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SCOR-aligned domains — scored 0–100 against 2026 world-class benchmarks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61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 &amp; Forecasting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&gt;85–90%, MAPE &lt;10%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05156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42032" y="105156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161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Sourcing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79192" y="152704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OTD &gt;95%, &lt;500 PPM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051560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161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Production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64024" y="152704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&gt;85%, FPY &gt;98%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1696" y="105156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11696" y="1051560"/>
            <a:ext cx="19202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1612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48856" y="152704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8–12x turns, &lt;1% stockout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272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Transportation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349300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95–98%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42032" y="301752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42032" y="3017520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31272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&amp; Fulfillment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79192" y="349300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&gt;99.9%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301752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3017520"/>
            <a:ext cx="192024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1272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Resilience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64024" y="349300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&gt;95% critical nodes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11696" y="301752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11696" y="301752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8856" y="31272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48856" y="3493008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&gt;80% tracked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Who It's For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user personas — three live now, two on the roadmap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personas — each with a distinct track, from practitioner to federal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0EF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7315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Manager / Analyst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46304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0" y="112471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KPI diagnostics, benchmark gaps vs Gartner Top 25, CBA, Q&amp;A with live web search.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82128" y="1271016"/>
            <a:ext cx="749808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2128" y="127101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8229600" cy="731520"/>
          </a:xfrm>
          <a:prstGeom prst="rect">
            <a:avLst/>
          </a:prstGeom>
          <a:solidFill>
            <a:srgbClr val="E1F5E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37944"/>
            <a:ext cx="64008" cy="7315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836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 / COO / VP SC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2494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Track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191109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scenario comparison, 36-month maturity roadmap, board-ready language throughout.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82128" y="2057400"/>
            <a:ext cx="749808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205740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624328"/>
            <a:ext cx="8229600" cy="731520"/>
          </a:xfrm>
          <a:prstGeom prst="rect">
            <a:avLst/>
          </a:prstGeom>
          <a:solidFill>
            <a:srgbClr val="FFF8E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24328"/>
            <a:ext cx="64008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6700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Consultant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0358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697480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diagnostics across 11 verticals, white-label PDF reports, client intake forms.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82128" y="2843784"/>
            <a:ext cx="749808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284378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410712"/>
            <a:ext cx="8229600" cy="731520"/>
          </a:xfrm>
          <a:prstGeom prst="rect">
            <a:avLst/>
          </a:prstGeom>
          <a:solidFill>
            <a:srgbClr val="F7F6F3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10712"/>
            <a:ext cx="64008" cy="7315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45643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/ Config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38221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0" y="348386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SSO/SAML, API access, webhook integrations, custom verticals, audit logs, SLA guarantee.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82128" y="3630168"/>
            <a:ext cx="749808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82128" y="363016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4197096"/>
            <a:ext cx="8229600" cy="731520"/>
          </a:xfrm>
          <a:prstGeom prst="rect">
            <a:avLst/>
          </a:prstGeom>
          <a:solidFill>
            <a:srgbClr val="FEF2F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97096"/>
            <a:ext cx="64008" cy="7315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2428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Federal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460857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Track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08960" y="427024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&amp; GovCloud deployment, FedRAMP pathway, ITAR controls, FIPS 140-2 compliance.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82128" y="4416552"/>
            <a:ext cx="749808" cy="2743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41655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Industry Coverage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vertical presets — sector-specific benchmarks and reference organisations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industry verticals — tailored benchmarks, risk weighting and reference orgs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430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Manufacturing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76479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Top 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42032" y="105156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42032" y="105156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430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176479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TSMC, Intel, NVIDIA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051560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1430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36592" y="176479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Toyota, BMW, Tesla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105156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11696" y="105156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1430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21424" y="176479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Pfizer, Roche, J&amp;J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77440"/>
            <a:ext cx="19202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4688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09067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Walmart, Zara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42032" y="237744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42032" y="237744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24688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Packaged Goods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51760" y="309067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P&amp;G, Unilever, Nestlé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26864" y="237744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2377440"/>
            <a:ext cx="192024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4688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&amp; Defense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309067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Boeing, Airbus, Lockheed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11696" y="237744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11696" y="237744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24688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21424" y="309067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Medtronic, Stryker, BD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703320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7947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44165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Nestlé, Coca-Cola, Tyson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42032" y="370332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42032" y="3703320"/>
            <a:ext cx="19202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7947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Electronics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51760" y="44165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Samsung, Dell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26864" y="3703320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26864" y="370332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7947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&amp; Fashion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6592" y="4416552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Zara, Nike, H&amp;M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opening a browser to board-ready results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Configure · Assess — under 60 seconds, zero technical setup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33472" cy="39319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3347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280160"/>
            <a:ext cx="594360" cy="59436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40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persona — Analyst, Executive, Consultant, Enterprise or Federal. Everything adapts from this single choice.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051560"/>
            <a:ext cx="2633472" cy="39319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051560"/>
            <a:ext cx="263347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0248" y="1280160"/>
            <a:ext cx="594360" cy="59436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1568" y="20116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47288" y="2514600"/>
            <a:ext cx="2240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industry vertical from 11 presets. Run an instant benchmark or a tailored custom assessment.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051560"/>
            <a:ext cx="2633472" cy="3931920"/>
          </a:xfrm>
          <a:prstGeom prst="rect">
            <a:avLst/>
          </a:prstGeom>
          <a:solidFill>
            <a:srgbClr val="F7F6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051560"/>
            <a:ext cx="26334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7456" y="1280160"/>
            <a:ext cx="594360" cy="5943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08776" y="20116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54496" y="2514600"/>
            <a:ext cx="2240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Assessment. Claude searches the web and delivers scores, action pack and market intelligence in under 60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run assessments directly from your AI assistant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41648" cy="3931920"/>
          </a:xfrm>
          <a:prstGeom prst="rect">
            <a:avLst/>
          </a:prstGeom>
          <a:solidFill>
            <a:srgbClr val="F0EF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4041648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1615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7588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supply-chain-health-agent.streamlit.app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download. No IT ticket.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under 60 seconds — browser-based, works anywhere.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45152" y="1051560"/>
            <a:ext cx="4041648" cy="3931920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45152" y="1051560"/>
            <a:ext cx="40416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21615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28032" y="1737360"/>
            <a:ext cx="367588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config block to Claude Desktop or Claude Code.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AI assistant to run a supply chain assessment — no browser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exposed: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run_assessment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get_benchmarks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get_assessment_history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output tabs — results delivered automatically, no extra prompting required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4164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4041648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61288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Report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37673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scores 0–100 with benchmark gaps, priority recommendations, executive summary and cost-benefit analysis.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4164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51560"/>
            <a:ext cx="4041648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61288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Action Pack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1527048"/>
            <a:ext cx="37673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 (5 bullets for CFO/CEO), prioritised 90-day action plan with named owners, and a top-5 risk watch list.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4164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44952"/>
            <a:ext cx="4041648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5468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37673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real-time supply chain signals searched live — freight conditions, commodity moves, regulatory changes, geopolitical risks.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044952"/>
            <a:ext cx="4041648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044952"/>
            <a:ext cx="4041648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15468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520440"/>
            <a:ext cx="37673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anything. Suggested questions provided. Claude searches the web for current data when answering follow-ups.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 Action Pack — three board-ready outputs, generated without prompting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33472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63347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521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bullets written for CFO/CEO — impact-first, no jargon, ready to paste into a board presentation.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and rating vs world-class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domain gaps with dollar cost estimates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recommendation with payback timeline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strategic scenario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next action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33472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051560"/>
            <a:ext cx="263347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1521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Action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5727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specific actions with named owners, success metrics and week-by-week timing.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01568" y="22860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1–4: foundational quick wins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5–8: process and tool improvements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9–12: capability build and tracking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 for each action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success metric per 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1051560"/>
            <a:ext cx="2633472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051560"/>
            <a:ext cx="26334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1521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Watch 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15727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supply chain risks by severity and likelihood, each with an immediate mitigation action.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08776" y="22860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severity rating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assessment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mitigation action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Vertical-specific risks (e.g. export controls)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live market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Open Source vs Hosted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free forever at the core. Advanced features on the hosted service.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free forever at the core. Advanced features on the hosted service.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914400"/>
                <a:gridCol w="822960"/>
                <a:gridCol w="82296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assessment (8 domains)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11 verticals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export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Assessments / 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risk alerts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 + Email delivery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access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/ SAML + API access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FedRAMP / GovCloud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1E1A4E"/>
          </a:solidFill>
          <a:ln w="12700">
            <a:solidFill>
              <a:srgbClr val="1E1A4E"/>
            </a:solidFill>
            <a:prstDash val="solid"/>
          </a:ln>
        </p:spPr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914400"/>
                <a:gridCol w="822960"/>
                <a:gridCol w="822960"/>
                <a:gridCol w="109728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 discuss Pro, Team, Enterprise and Gov pricing — supply-chain-health-agent.streamlit.app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Expected Outcomes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diagnostic to decision-ready in a single session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decision-enabling outputs — everything needed to brief leadership and act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63347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612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scored, benchmarked health check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scores 0–100 against 2026 world-class. You know exactly where you stand vs Gartner Top 25.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05156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1051560"/>
            <a:ext cx="2633472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612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dollar cost of every gap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01568" y="152704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gap sized in financial terms — working capital trapped, penalty exposure, lost revenue.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71616" y="1051560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71616" y="1051560"/>
            <a:ext cx="263347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1612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board-ready executive summary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08776" y="152704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bullets for CFO or CEO. Impact-first, no jargon. Ready to paste into a board presentation.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08376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08376"/>
            <a:ext cx="263347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1810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 90-day action plan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483864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initiatives, suggested owners, success metrics and week-by-week timing.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3008376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3008376"/>
            <a:ext cx="263347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11810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watch list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01568" y="3483864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supply chain risks by severity and likelihood, each with an immediate mitigation action.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3008376"/>
            <a:ext cx="2633472" cy="1828800"/>
          </a:xfrm>
          <a:prstGeom prst="rect">
            <a:avLst/>
          </a:prstGeom>
          <a:solidFill>
            <a:srgbClr val="F7F6F3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3008376"/>
            <a:ext cx="263347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118104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scenarios (C-Suite track)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08776" y="3483864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named transformation paths with investment ranges, KPI targets, trade-offs and a recommendation.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Get Started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no IT ticket — open any browser and go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16123C"/>
          </a:solidFill>
          <a:ln w="12700">
            <a:solidFill>
              <a:srgbClr val="161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supply chain leaders who win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ones who know their numbers.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 know yours — in 60 seconds. Grounded in 2026 reality.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606040" cy="15087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42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supply-chain-health-agent.streamlit.app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2423160"/>
            <a:ext cx="2606040" cy="1508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2542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github.com/dwnjuguna/Supply-Chain-Health-Agent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2423160"/>
            <a:ext cx="2606040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71616" y="25420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pricing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63056" y="30175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Pro, Team, Enterprise &amp; Gov tiers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· Open Source · Author: David Njuguna · June 2026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7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assessments are illustrative and directional only. Not professional financial or consulting advice.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Health Agent v4.2</dc:title>
  <dc:subject>PptxGenJS Presentation</dc:subject>
  <dc:creator>David Njuguna</dc:creator>
  <cp:lastModifiedBy>David Njuguna</cp:lastModifiedBy>
  <cp:revision>1</cp:revision>
  <dcterms:created xsi:type="dcterms:W3CDTF">2026-06-24T22:58:33Z</dcterms:created>
  <dcterms:modified xsi:type="dcterms:W3CDTF">2026-06-24T22:58:33Z</dcterms:modified>
</cp:coreProperties>
</file>